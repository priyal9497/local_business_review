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F5033C-B6B6-784C-01C7-02E6066E4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370" y="629243"/>
            <a:ext cx="6383029" cy="3193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Priyal</dc:creator>
  <cp:keywords/>
  <dc:description>generated using python-pptx</dc:description>
  <cp:lastModifiedBy>Priyal Aggarwal</cp:lastModifiedBy>
  <cp:revision>2</cp:revision>
  <dcterms:created xsi:type="dcterms:W3CDTF">2013-01-27T09:14:16Z</dcterms:created>
  <dcterms:modified xsi:type="dcterms:W3CDTF">2026-07-30T11:24:15Z</dcterms:modified>
  <cp:category/>
</cp:coreProperties>
</file>